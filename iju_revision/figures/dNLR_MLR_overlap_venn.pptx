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of dNLR-high and MLR-high patients (n = 192)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804008" y="1417320"/>
            <a:ext cx="4206240" cy="4206240"/>
          </a:xfrm>
          <a:prstGeom prst="ellipse">
            <a:avLst/>
          </a:prstGeom>
          <a:solidFill>
            <a:srgbClr val="E05A6E">
              <a:alpha val="5500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81448" y="1417320"/>
            <a:ext cx="4206240" cy="4206240"/>
          </a:xfrm>
          <a:prstGeom prst="ellipse">
            <a:avLst/>
          </a:prstGeom>
          <a:solidFill>
            <a:srgbClr val="3B8FD6">
              <a:alpha val="5500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1772" y="3200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547208" y="3200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892644" y="3200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712568" y="5212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0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MLR-high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76008" y="5212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B8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dNLR-high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= 81 (42.2%)     dNLR-only = 21 (10.9%)     MLR-only = 38 (19.8%)     both = 52 (27.1%)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3276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Jaccard index = 0.468          Cohen’s κ = 0.376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2026-10-20T12:11:29Z</dcterms:created>
  <dcterms:modified xsi:type="dcterms:W3CDTF">2026-10-20T12:11:29Z</dcterms:modified>
</cp:coreProperties>
</file>